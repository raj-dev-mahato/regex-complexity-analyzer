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Pattern-Based DFA for Memory-Efficient and Scalable Multiple Regular Expression Matching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Project – B.Tech (5th Semester)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Regular Expression Matching is widely used in security systems (e.g., Intrusion Detection, Firewalls).</a:t>
            </a:r>
          </a:p>
          <a:p>
            <a:r>
              <a:t>• DFAs are fast but suffer from state explosion when handling multiple complex regexes.</a:t>
            </a:r>
          </a:p>
          <a:p>
            <a:r>
              <a:t>• The research paper proposes Pattern-Based DFA (PB-DFA) for scalable and memory-efficient regex matching.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Need to match hundreds/thousands of regex patterns efficiently.</a:t>
            </a:r>
          </a:p>
          <a:p>
            <a:r>
              <a:t>• Naïve DFA construction leads to exponential memory growth.</a:t>
            </a:r>
          </a:p>
          <a:p>
            <a:r>
              <a:t>• Challenge: How to scale regex matching without huge memory costs?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Assign a complexity score to each regex (based on operators, length, groups).</a:t>
            </a:r>
          </a:p>
          <a:p>
            <a:r>
              <a:rPr dirty="0"/>
              <a:t>• Group regexes smartly before DFA construction:</a:t>
            </a:r>
          </a:p>
          <a:p>
            <a:r>
              <a:rPr dirty="0"/>
              <a:t>   – Naïve Grouping: fixed number of regexes per group.</a:t>
            </a:r>
          </a:p>
          <a:p>
            <a:r>
              <a:rPr dirty="0"/>
              <a:t>   – Greedy Grouping: keep adding until group score exceeds a threshold.</a:t>
            </a:r>
          </a:p>
          <a:p>
            <a:r>
              <a:rPr dirty="0"/>
              <a:t>• Handle heavy regexes separately (overflow groups).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– Minor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• Dataset: 18 real-world regex patterns (Emails, URLs, IPs, SQLi, XSS, etc.).</a:t>
            </a:r>
          </a:p>
          <a:p>
            <a:r>
              <a:t>• Complexity score function assigns weights based on regex structure.</a:t>
            </a:r>
          </a:p>
          <a:p>
            <a:r>
              <a:t>• Grouping algorithms implemented in Python:</a:t>
            </a:r>
          </a:p>
          <a:p>
            <a:r>
              <a:t>   – Naïve grouping</a:t>
            </a:r>
          </a:p>
          <a:p>
            <a:r>
              <a:t>   – Greedy grouping</a:t>
            </a:r>
          </a:p>
          <a:p>
            <a:r>
              <a:t>• Output: Comparison of groups, memory efficiency, visualization.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Naïve grouping ignores complexity → uneven memory usage.</a:t>
            </a:r>
          </a:p>
          <a:p>
            <a:r>
              <a:t>• Greedy grouping respects complexity threshold → balanced groups.</a:t>
            </a:r>
          </a:p>
          <a:p>
            <a:r>
              <a:t>• Overflow handled by placing heavy regex in its own group.</a:t>
            </a:r>
          </a:p>
          <a:p>
            <a:r>
              <a:t>• Visualization: Bar chart comparing number of groups.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FC08-B986-FF00-9510-AAA59951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D51EEE-80C2-DF62-E09A-DFD4E1373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626" y="1881705"/>
            <a:ext cx="8229600" cy="4410940"/>
          </a:xfrm>
        </p:spPr>
      </p:pic>
    </p:spTree>
    <p:extLst>
      <p:ext uri="{BB962C8B-B14F-4D97-AF65-F5344CB8AC3E}">
        <p14:creationId xmlns:p14="http://schemas.microsoft.com/office/powerpoint/2010/main" val="3265295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FF1E-DE3F-0177-9AEB-02CE8450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C1144D-C31A-13B1-B9AE-64016F825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599" cy="4692445"/>
          </a:xfrm>
        </p:spPr>
      </p:pic>
    </p:spTree>
    <p:extLst>
      <p:ext uri="{BB962C8B-B14F-4D97-AF65-F5344CB8AC3E}">
        <p14:creationId xmlns:p14="http://schemas.microsoft.com/office/powerpoint/2010/main" val="75111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PB-DFA approach reduces memory overhead while maintaining scalability.</a:t>
            </a:r>
          </a:p>
          <a:p>
            <a:r>
              <a:t>• Greedy grouping is more efficient than naïve grouping.</a:t>
            </a:r>
          </a:p>
          <a:p>
            <a:r>
              <a:t>• Project demonstrates simplified version of research idea.</a:t>
            </a:r>
          </a:p>
          <a:p>
            <a:r>
              <a:t>• Future Work: Use real DFA state counts instead of heuristic scores.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Research Paper: 'Pattern-Based DFA for Memory-Efficient and Scalable Multiple Regular Expression Matching.'</a:t>
            </a:r>
          </a:p>
          <a:p>
            <a:r>
              <a:t>2. Snort IDS Regex Rules (dataset inspiration).</a:t>
            </a:r>
          </a:p>
          <a:p>
            <a:r>
              <a:t>3. Python Libraries: automata-lib, matplotlib, re.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9B25-9865-909A-E59D-3C8211CD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Applied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543A9-C2AC-07EB-27F7-EFC93B43A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u="sng" dirty="0"/>
              <a:t>In the Research Paper (PB-DFA)</a:t>
            </a:r>
          </a:p>
          <a:p>
            <a:pPr marL="400050" lvl="1" indent="0">
              <a:buNone/>
            </a:pPr>
            <a:r>
              <a:rPr lang="en-US" dirty="0"/>
              <a:t>The paper proposes:</a:t>
            </a:r>
          </a:p>
          <a:p>
            <a:pPr marL="800100" lvl="2" indent="0">
              <a:buNone/>
            </a:pPr>
            <a:r>
              <a:rPr lang="en-US" b="1" dirty="0"/>
              <a:t>Problem</a:t>
            </a:r>
            <a:r>
              <a:rPr lang="en-US" dirty="0"/>
              <a:t> → DFA state explosion when combining many regexes.</a:t>
            </a:r>
          </a:p>
          <a:p>
            <a:pPr marL="800100" lvl="2" indent="0">
              <a:buNone/>
            </a:pPr>
            <a:r>
              <a:rPr lang="en-US" b="1" dirty="0"/>
              <a:t>Pattern-Based DFA (PB-DFA)</a:t>
            </a:r>
            <a:r>
              <a:rPr lang="en-US" dirty="0"/>
              <a:t> idea:</a:t>
            </a:r>
          </a:p>
          <a:p>
            <a:pPr marL="1314450" lvl="3" indent="0">
              <a:buNone/>
            </a:pPr>
            <a:r>
              <a:rPr lang="en-US" dirty="0"/>
              <a:t>Estimate regex </a:t>
            </a:r>
            <a:r>
              <a:rPr lang="en-US" b="1" dirty="0"/>
              <a:t>complexity</a:t>
            </a:r>
            <a:r>
              <a:rPr lang="en-US" dirty="0"/>
              <a:t> before DFA construction.</a:t>
            </a:r>
          </a:p>
          <a:p>
            <a:pPr marL="1314450" lvl="3" indent="0">
              <a:buNone/>
            </a:pPr>
            <a:r>
              <a:rPr lang="en-US" dirty="0"/>
              <a:t>Group regexes </a:t>
            </a:r>
            <a:r>
              <a:rPr lang="en-US" b="1" dirty="0"/>
              <a:t>intelligently</a:t>
            </a:r>
            <a:r>
              <a:rPr lang="en-US" dirty="0"/>
              <a:t> to balance memory vs speed.</a:t>
            </a:r>
          </a:p>
          <a:p>
            <a:pPr marL="1314450" lvl="3" indent="0">
              <a:buNone/>
            </a:pPr>
            <a:r>
              <a:rPr lang="en-US" dirty="0"/>
              <a:t>Handle </a:t>
            </a:r>
            <a:r>
              <a:rPr lang="en-US" b="1" dirty="0"/>
              <a:t>very heavy regexes separately</a:t>
            </a:r>
            <a:r>
              <a:rPr lang="en-US" dirty="0"/>
              <a:t>.</a:t>
            </a:r>
          </a:p>
          <a:p>
            <a:pPr marL="800100" lvl="2" indent="0">
              <a:buNone/>
            </a:pPr>
            <a:r>
              <a:rPr lang="en-US" b="1" dirty="0"/>
              <a:t>Algorithms</a:t>
            </a:r>
            <a:r>
              <a:rPr lang="en-US" dirty="0"/>
              <a:t> → Different grouping strategies for regexes.</a:t>
            </a:r>
          </a:p>
          <a:p>
            <a:pPr marL="800100" lvl="2" indent="0">
              <a:buNone/>
            </a:pPr>
            <a:r>
              <a:rPr lang="en-US" b="1" dirty="0"/>
              <a:t>Evaluation</a:t>
            </a:r>
            <a:r>
              <a:rPr lang="en-US" dirty="0"/>
              <a:t> → Compare memory usage and scalability vs traditional DFA/NFA approaches.</a:t>
            </a:r>
          </a:p>
          <a:p>
            <a:pPr marL="400050" lvl="1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u="sng" dirty="0"/>
              <a:t> In our Project (Applied Concepts)</a:t>
            </a:r>
          </a:p>
          <a:p>
            <a:pPr marL="400050" lvl="1" indent="0">
              <a:buNone/>
            </a:pPr>
            <a:r>
              <a:rPr lang="en-US" dirty="0"/>
              <a:t>We applied a </a:t>
            </a:r>
            <a:r>
              <a:rPr lang="en-US" b="1" dirty="0"/>
              <a:t>simplified version</a:t>
            </a:r>
            <a:r>
              <a:rPr lang="en-US" dirty="0"/>
              <a:t> of the same ideas:</a:t>
            </a:r>
          </a:p>
          <a:p>
            <a:pPr marL="800100" lvl="2" indent="0">
              <a:buNone/>
            </a:pPr>
            <a:r>
              <a:rPr lang="en-US" b="1" dirty="0"/>
              <a:t>Dataset of Regexes</a:t>
            </a:r>
            <a:endParaRPr lang="en-US" dirty="0"/>
          </a:p>
          <a:p>
            <a:pPr marL="1314450" lvl="3" indent="0">
              <a:buNone/>
            </a:pPr>
            <a:r>
              <a:rPr lang="en-US" dirty="0"/>
              <a:t>Collected real-world regex patterns (emails, URLs, IPs, SQL injection, XSS, etc.)</a:t>
            </a:r>
          </a:p>
          <a:p>
            <a:pPr marL="1314450" lvl="3" indent="0">
              <a:buNone/>
            </a:pPr>
            <a:r>
              <a:rPr lang="en-US" dirty="0"/>
              <a:t>Inspired by Snort IDS rules.</a:t>
            </a:r>
          </a:p>
          <a:p>
            <a:pPr marL="800100" lvl="2" indent="0">
              <a:buNone/>
            </a:pPr>
            <a:r>
              <a:rPr lang="en-US" b="1" dirty="0"/>
              <a:t>Complexity Estimation (Score Function)</a:t>
            </a:r>
            <a:endParaRPr lang="en-US" dirty="0"/>
          </a:p>
          <a:p>
            <a:pPr marL="1314450" lvl="3" indent="0">
              <a:buNone/>
            </a:pPr>
            <a:r>
              <a:rPr lang="en-US" dirty="0"/>
              <a:t>Instead of building full DFAs, we used a </a:t>
            </a:r>
            <a:r>
              <a:rPr lang="en-US" b="1" dirty="0"/>
              <a:t>heuristic scoring function</a:t>
            </a:r>
            <a:r>
              <a:rPr lang="en-US" dirty="0"/>
              <a:t>.</a:t>
            </a:r>
          </a:p>
          <a:p>
            <a:pPr marL="1314450" lvl="3" indent="0">
              <a:buNone/>
            </a:pPr>
            <a:r>
              <a:rPr lang="en-US" dirty="0"/>
              <a:t>Counts regex length, repetition, alternations, groups, etc. → gives a </a:t>
            </a:r>
            <a:r>
              <a:rPr lang="en-US" b="1" dirty="0"/>
              <a:t>score</a:t>
            </a:r>
            <a:r>
              <a:rPr lang="en-US" dirty="0"/>
              <a:t> (proxy for DFA size).</a:t>
            </a:r>
          </a:p>
          <a:p>
            <a:pPr marL="800100" lvl="2" indent="0">
              <a:buNone/>
            </a:pPr>
            <a:r>
              <a:rPr lang="en-US" b="1" dirty="0"/>
              <a:t>Grouping Strategies</a:t>
            </a:r>
            <a:endParaRPr lang="en-US" dirty="0"/>
          </a:p>
          <a:p>
            <a:pPr marL="1314450" lvl="3" indent="0">
              <a:buNone/>
            </a:pPr>
            <a:r>
              <a:rPr lang="en-US" b="1" dirty="0"/>
              <a:t>Naïve grouping</a:t>
            </a:r>
            <a:r>
              <a:rPr lang="en-US" dirty="0"/>
              <a:t> → fixed number of regexes per DFA.</a:t>
            </a:r>
          </a:p>
          <a:p>
            <a:pPr marL="1314450" lvl="3" indent="0">
              <a:buNone/>
            </a:pPr>
            <a:r>
              <a:rPr lang="en-US" b="1" dirty="0"/>
              <a:t>Greedy grouping</a:t>
            </a:r>
            <a:r>
              <a:rPr lang="en-US" dirty="0"/>
              <a:t> → keep adding regexes until total score exceeds a threshold.</a:t>
            </a:r>
          </a:p>
          <a:p>
            <a:pPr marL="1314450" lvl="3" indent="0">
              <a:buNone/>
            </a:pPr>
            <a:r>
              <a:rPr lang="en-US" b="1" dirty="0"/>
              <a:t>Overflow handling</a:t>
            </a:r>
            <a:r>
              <a:rPr lang="en-US" dirty="0"/>
              <a:t> → if a single regex score &gt; threshold, it forms its own group.</a:t>
            </a:r>
          </a:p>
          <a:p>
            <a:pPr marL="800100" lvl="2" indent="0">
              <a:buNone/>
            </a:pPr>
            <a:r>
              <a:rPr lang="en-US" b="1" dirty="0"/>
              <a:t>Visualization &amp; Comparison</a:t>
            </a:r>
            <a:endParaRPr lang="en-US" dirty="0"/>
          </a:p>
          <a:p>
            <a:pPr marL="1314450" lvl="3" indent="0">
              <a:buNone/>
            </a:pPr>
            <a:r>
              <a:rPr lang="en-US" dirty="0"/>
              <a:t>Compared how many groups are formed by each method.</a:t>
            </a:r>
          </a:p>
          <a:p>
            <a:pPr marL="1314450" lvl="3" indent="0">
              <a:buNone/>
            </a:pPr>
            <a:r>
              <a:rPr lang="en-US" dirty="0"/>
              <a:t>Used bar chart to show difference in memory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488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585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Pattern-Based DFA for Memory-Efficient and Scalable Multiple Regular Expression Matching</vt:lpstr>
      <vt:lpstr>Introduction</vt:lpstr>
      <vt:lpstr>Problem Statement</vt:lpstr>
      <vt:lpstr>Proposed Solution</vt:lpstr>
      <vt:lpstr>Implementation – Minor Project</vt:lpstr>
      <vt:lpstr>Results</vt:lpstr>
      <vt:lpstr>PowerPoint Presentation</vt:lpstr>
      <vt:lpstr>PowerPoint Presentation</vt:lpstr>
      <vt:lpstr>Conclusion</vt:lpstr>
      <vt:lpstr>References</vt:lpstr>
      <vt:lpstr>Applied Concepts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DEV MAHATO</cp:lastModifiedBy>
  <cp:revision>2</cp:revision>
  <dcterms:created xsi:type="dcterms:W3CDTF">2013-01-27T09:14:16Z</dcterms:created>
  <dcterms:modified xsi:type="dcterms:W3CDTF">2025-09-21T21:42:29Z</dcterms:modified>
  <cp:category/>
</cp:coreProperties>
</file>